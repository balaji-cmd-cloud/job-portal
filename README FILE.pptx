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Job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platform that connects job seekers and employers with AI-powered recommendations and chatbot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job searching is time-consuming and lacks personalized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Job search by domain and location</a:t>
            </a:r>
          </a:p>
          <a:p>
            <a:r>
              <a:t>• Easy job application</a:t>
            </a:r>
          </a:p>
          <a:p>
            <a:r>
              <a:t>• AI recommendations</a:t>
            </a:r>
          </a:p>
          <a:p>
            <a:r>
              <a:t>• Career guidance chatbot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Django</a:t>
            </a:r>
          </a:p>
          <a:p>
            <a:r>
              <a:t>Database: SQLite</a:t>
            </a:r>
          </a:p>
          <a:p>
            <a:r>
              <a:t>AI: Recommendation Engine &amp; Chatbot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</a:t>
            </a:r>
          </a:p>
          <a:p>
            <a:r>
              <a:t>Job Management</a:t>
            </a:r>
          </a:p>
          <a:p>
            <a:r>
              <a:t>Application Tracking</a:t>
            </a:r>
          </a:p>
          <a:p>
            <a:r>
              <a:t>Recommendation Engine</a:t>
            </a:r>
          </a:p>
          <a:p>
            <a:r>
              <a:t>Chatbot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Register/Login → Search Jobs → Get Recommendations → Apply Jobs → Track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r>
              <a:t>Jobs</a:t>
            </a:r>
          </a:p>
          <a:p>
            <a:r>
              <a:t>Applications</a:t>
            </a:r>
          </a:p>
          <a:p>
            <a:r>
              <a:t>Saved Jobs</a:t>
            </a:r>
          </a:p>
          <a:p>
            <a:r>
              <a:t>Chat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UI</a:t>
            </a:r>
          </a:p>
          <a:p>
            <a:r>
              <a:t>Job Search</a:t>
            </a:r>
          </a:p>
          <a:p>
            <a:r>
              <a:t>AI Suggestions</a:t>
            </a:r>
          </a:p>
          <a:p>
            <a:r>
              <a:t>Admin Dashboard</a:t>
            </a:r>
          </a:p>
          <a:p>
            <a:r>
              <a:t>Chatbot Assistance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Analyzer</a:t>
            </a:r>
          </a:p>
          <a:p>
            <a:r>
              <a:t>Email Notifications</a:t>
            </a:r>
          </a:p>
          <a:p>
            <a:r>
              <a:t>Interview Scheduling</a:t>
            </a:r>
          </a:p>
          <a:p>
            <a:r>
              <a:t>Company Portal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AI-Powered Job Portal simplifies recruitment and improves job discovery through intelligent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